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506" r:id="rId19"/>
    <p:sldId id="2147470505" r:id="rId18"/>
    <p:sldId id="2147470504" r:id="rId17"/>
    <p:sldId id="2147470494" r:id="rId6"/>
    <p:sldId id="2147470501" r:id="rId7"/>
    <p:sldId id="2147470507" r:id="rId20"/>
    <p:sldId id="2147470498" r:id="rId8"/>
    <p:sldId id="2147470497" r:id="rId9"/>
    <p:sldId id="2147470508" r:id="rId21"/>
    <p:sldId id="2147470499" r:id="rId10"/>
    <p:sldId id="2147470502" r:id="rId11"/>
    <p:sldId id="214747050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12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  <Relationship Id="rId17" Type="http://schemas.openxmlformats.org/officeDocument/2006/relationships/slide" Target="slides/slide12.xml"/>
  <Relationship Id="rId18" Type="http://schemas.openxmlformats.org/officeDocument/2006/relationships/slide" Target="slides/slide13.xml"/>
  <Relationship Id="rId19" Type="http://schemas.openxmlformats.org/officeDocument/2006/relationships/slide" Target="slides/slide14.xml"/>
  <Relationship Id="rId20" Type="http://schemas.openxmlformats.org/officeDocument/2006/relationships/slide" Target="slides/slide15.xml"/>
  <Relationship Id="rId21" Type="http://schemas.openxmlformats.org/officeDocument/2006/relationships/slide" Target="slides/slide16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Calibri body  </a:t>
            </a:r>
            <a:r>
              <a:rPr lang="en-US" sz="5400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-</a:t>
            </a:r>
            <a:r>
              <a:rPr lang="en-US" sz="3600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36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Calibri body  -24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Subtopic - Calibri body -28</a:t>
            </a:r>
          </a:p>
          <a:p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Content</a:t>
            </a:r>
            <a:r>
              <a:rPr lang="en-US" sz="2400" b="0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 </a:t>
            </a:r>
            <a:r>
              <a:rPr lang="en-US" sz="2400" b="0" dirty="0">
                <a:solidFill>
                  <a:srgbClr val="242424"/>
                </a:solidFill>
                <a:highlight>
                  <a:srgbClr val="FFFFFF"/>
                </a:highlight>
                <a:latin typeface="+mn-lt"/>
              </a:rPr>
              <a:t>Calibri body -28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242424"/>
                </a:solidFill>
                <a:latin typeface="source-serif-pro"/>
              </a:rPr>
              <a:t>Calibri body -28</a:t>
            </a:r>
            <a:endParaRPr lang="en-US" sz="24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 - 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Calibri body -36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Conclusion…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…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Reference…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Subtopic - Calibri body -28</a:t>
            </a:r>
          </a:p>
          <a:p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Content</a:t>
            </a:r>
            <a:r>
              <a:rPr lang="en-US" sz="2400" b="0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 </a:t>
            </a:r>
            <a:r>
              <a:rPr lang="en-US" sz="2400" b="0" dirty="0">
                <a:solidFill>
                  <a:srgbClr val="242424"/>
                </a:solidFill>
                <a:highlight>
                  <a:srgbClr val="FFFFFF"/>
                </a:highlight>
                <a:latin typeface="+mn-lt"/>
              </a:rPr>
              <a:t>Calibri body -28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242424"/>
                </a:solidFill>
                <a:latin typeface="source-serif-pro"/>
              </a:rPr>
              <a:t>Calibri body -28</a:t>
            </a:r>
            <a:endParaRPr lang="en-US" sz="24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 - 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Calibri body -36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Subtopic - Calibri body -28</a:t>
            </a:r>
          </a:p>
          <a:p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Content</a:t>
            </a:r>
            <a:r>
              <a:rPr lang="en-US" sz="2400" b="0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 </a:t>
            </a:r>
            <a:r>
              <a:rPr lang="en-US" sz="2400" b="0" dirty="0">
                <a:solidFill>
                  <a:srgbClr val="242424"/>
                </a:solidFill>
                <a:highlight>
                  <a:srgbClr val="FFFFFF"/>
                </a:highlight>
                <a:latin typeface="+mn-lt"/>
              </a:rPr>
              <a:t>Calibri body -28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242424"/>
                </a:solidFill>
                <a:latin typeface="source-serif-pro"/>
              </a:rPr>
              <a:t>Calibri body -28</a:t>
            </a:r>
            <a:endParaRPr lang="en-US" sz="24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 - 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Calibri body -36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Subtopic - Calibri body -28</a:t>
            </a:r>
          </a:p>
          <a:p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Content</a:t>
            </a:r>
            <a:r>
              <a:rPr lang="en-US" sz="2400" b="0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 </a:t>
            </a:r>
            <a:r>
              <a:rPr lang="en-US" sz="2400" b="0" dirty="0">
                <a:solidFill>
                  <a:srgbClr val="242424"/>
                </a:solidFill>
                <a:highlight>
                  <a:srgbClr val="FFFFFF"/>
                </a:highlight>
                <a:latin typeface="+mn-lt"/>
              </a:rPr>
              <a:t>Calibri body -28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242424"/>
                </a:solidFill>
                <a:latin typeface="source-serif-pro"/>
              </a:rPr>
              <a:t>Calibri body -28</a:t>
            </a:r>
            <a:endParaRPr lang="en-US" sz="24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 - 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Calibri body -36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205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(Body)</vt:lpstr>
      <vt:lpstr>Calibri Light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HARI PRASATH</cp:lastModifiedBy>
  <cp:revision>14</cp:revision>
  <dcterms:created xsi:type="dcterms:W3CDTF">2024-05-13T10:33:11Z</dcterms:created>
  <dcterms:modified xsi:type="dcterms:W3CDTF">2025-10-06T09:41:15Z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